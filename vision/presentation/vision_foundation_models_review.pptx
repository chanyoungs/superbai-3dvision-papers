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Depth Anything 3 uploaded PDF: title, abstract, and architecture overview (pages 1, 3-5) and conclusions (page 22).
- MoGe-2 uploaded PDF: title, abstract, and architecture overview (pages 1-5) and conclusions (page 9).
- VGGT uploaded PDF: title, abstract, architecture overview, and conclusions (pages 1-6, 10-11).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MoGe-2 uploaded PDF: abstract, method, and benchmark summary (pages 1-9, especially Tables 1-4).
- VGGT uploaded PDF: abstract, method, and experiments (pages 1-10).
- Depth Anything 3 uploaded PDF: abstract, method, and experiments (pages 1-8, 14-22).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Depth Anything 3 uploaded PDF: architecture, representation, and ablations on depth-ray sufficiency and single-transformer design (pages 5-8, 16-18).
- MoGe-2 uploaded PDF: metric-scale decoupling and real-data refinement (pages 3-6, 9).
- VGGT uploaded PDF: alternating attention, multi-task outputs, and downstream transfer (pages 3-10).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MoGe-2 uploaded PDF: architecture overview and scale-decoupling design (pages 3-5, Figure 2 and Figure 3).
- VGGT uploaded PDF: architecture overview, problem definition, and prediction heads (pages 3-6, Figure 2).
- Depth Anything 3 uploaded PDF: pipeline, cross-view attention, dual-DPT head, and camera conditioning (pages 5-8, Figures 2 and 3).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Depth Anything 3 uploaded PDF: Table 2 (pose AUC@3/AUC@30), Table 5 (NVS PSNR/SSIM/LPIPS), Table 8 (runtime, max images, parameters), and accompanying discussion (pages 14-18).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MoGe-2 uploaded PDF: Tables 2 and 3 (metric geometry and boundary sharpness), Table 4 ablations, and qualitative method discussion (pages 5-9).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Synthesis based on: MoGe-2 uploaded PDF pages 3-9; Depth Anything 3 uploaded PDF pages 5-18, 22; VGGT uploaded PDF pages 3-10, 12.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Decision logic synthesized from all three uploaded papers: MoGe-2 (pages 8-9), Depth Anything 3 (pages 14-22), VGGT (pages 6-10, 10-11).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VGGT uploaded PDF first page and title; project page / Best Paper notice: turn0search29 and turn0search12; citation count snippet: turn0search3.
- MoGe-2 uploaded PDF first page and title; project page: turn0search19; citation count snippet: turn0search4 or turn0search8.
- Depth Anything 3 uploaded PDF first page and title; project page / GitHub citation block: turn3search5 and turn1search11; ICLR 2026 Oral and citation count snippet: turn3search0 and turn3search3.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86384"/>
            <a:ext cx="1124712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468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3D geometry foundation models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DA3, MoGe-2, and VGGT mean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 our next vision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22128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Compact review of architectures, benchmarks, and build implications for a strong 3D-aware vision foundation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32461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264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  ·  any-view geometry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566928" y="374904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D1FAE5"/>
          </a:solidFill>
          <a:ln w="1016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76732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  ·  metric monocular detail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2468880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27024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  ·  unified 3D backbone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66928" y="4983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Architecture  •  Benchmarks  •  Company blueprint  •  Citation snapshot</a:t>
            </a:r>
            <a:endParaRPr lang="en-US" sz="1150" dirty="0"/>
          </a:p>
        </p:txBody>
      </p:sp>
      <p:pic>
        <p:nvPicPr>
          <p:cNvPr id="11" name="Image 0" descr="/mnt/data/papers_review_work/assets/hero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32799"/>
            <a:ext cx="5212080" cy="311244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idea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0" y="56509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These papers converge on simple ViT-style backbones, but differ in representation choice, data curation, and what they optimize at inference time.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One-slide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Scope, geometry target, data recipe, and where each paper is strongest.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31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Paper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280160" y="1078992"/>
            <a:ext cx="96012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97280"/>
            <a:ext cx="868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Input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40280" y="1078992"/>
            <a:ext cx="141732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97280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078992"/>
            <a:ext cx="141732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097280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074920" y="1078992"/>
            <a:ext cx="137160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97280"/>
            <a:ext cx="12801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at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446520" y="1078992"/>
            <a:ext cx="1371600" cy="4389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097280"/>
            <a:ext cx="12801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Caution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57200" y="1517904"/>
            <a:ext cx="822960" cy="932688"/>
          </a:xfrm>
          <a:prstGeom prst="rect">
            <a:avLst/>
          </a:prstGeom>
          <a:solidFill>
            <a:srgbClr val="D1FAE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536192"/>
            <a:ext cx="7315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1280160" y="1517904"/>
            <a:ext cx="9601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1536192"/>
            <a:ext cx="8686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image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1517904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1536192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Point map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separate scale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1517904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536192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refined real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1517904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36192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mono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 detail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517904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36192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multi-view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 tracks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450592"/>
            <a:ext cx="822960" cy="932688"/>
          </a:xfrm>
          <a:prstGeom prst="rect">
            <a:avLst/>
          </a:prstGeom>
          <a:solidFill>
            <a:srgbClr val="EDE9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68880"/>
            <a:ext cx="7315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1280160" y="2450592"/>
            <a:ext cx="9601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2468880"/>
            <a:ext cx="8686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to 100+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images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2240280" y="2450592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2468880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Cameras + depth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 points + tracks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3657600" y="2450592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2468880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 mixed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3D-annotated sets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5074920" y="2450592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468880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Shared 3D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backbone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2450592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68880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Point head weaker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than depth+cam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822960" cy="932688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401568"/>
            <a:ext cx="7315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1280160" y="3383280"/>
            <a:ext cx="9601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25880" y="3401568"/>
            <a:ext cx="8686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to N, posed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 unposed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2240280" y="3383280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3401568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Depth + ray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(+ optional cam)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14173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3401568"/>
            <a:ext cx="13258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Public data +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teacher labels</a:t>
            </a:r>
            <a:endParaRPr lang="en-US" sz="1090" dirty="0"/>
          </a:p>
        </p:txBody>
      </p:sp>
      <p:sp>
        <p:nvSpPr>
          <p:cNvPr id="48" name="Shape 46"/>
          <p:cNvSpPr/>
          <p:nvPr/>
        </p:nvSpPr>
        <p:spPr>
          <a:xfrm>
            <a:off x="5074920" y="3383280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3401568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Any-view pose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 recon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46520" y="3383280"/>
            <a:ext cx="137160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3401568"/>
            <a:ext cx="1280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Training cost;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dynamics later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8183880" y="1097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Capability snapshot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156448" y="1417320"/>
            <a:ext cx="132588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02168" y="1435608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Capability</a:t>
            </a:r>
            <a:endParaRPr lang="en-US" sz="1230" dirty="0"/>
          </a:p>
        </p:txBody>
      </p:sp>
      <p:sp>
        <p:nvSpPr>
          <p:cNvPr id="55" name="Shape 53"/>
          <p:cNvSpPr/>
          <p:nvPr/>
        </p:nvSpPr>
        <p:spPr>
          <a:xfrm>
            <a:off x="9482328" y="1417320"/>
            <a:ext cx="713232" cy="384048"/>
          </a:xfrm>
          <a:prstGeom prst="rect">
            <a:avLst/>
          </a:prstGeom>
          <a:solidFill>
            <a:srgbClr val="D1FAE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28048" y="1435608"/>
            <a:ext cx="621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M2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10195560" y="1417320"/>
            <a:ext cx="713232" cy="384048"/>
          </a:xfrm>
          <a:prstGeom prst="rect">
            <a:avLst/>
          </a:prstGeom>
          <a:solidFill>
            <a:srgbClr val="EDE9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41280" y="1435608"/>
            <a:ext cx="621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10908792" y="1417320"/>
            <a:ext cx="713232" cy="384048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54512" y="1435608"/>
            <a:ext cx="621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8156448" y="1801368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02168" y="1819656"/>
            <a:ext cx="1234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mono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9482328" y="1801368"/>
            <a:ext cx="713232" cy="402336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28048" y="1819656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65" name="Shape 63"/>
          <p:cNvSpPr/>
          <p:nvPr/>
        </p:nvSpPr>
        <p:spPr>
          <a:xfrm>
            <a:off x="10195560" y="1801368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41280" y="1819656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160" dirty="0"/>
          </a:p>
        </p:txBody>
      </p:sp>
      <p:sp>
        <p:nvSpPr>
          <p:cNvPr id="67" name="Shape 65"/>
          <p:cNvSpPr/>
          <p:nvPr/>
        </p:nvSpPr>
        <p:spPr>
          <a:xfrm>
            <a:off x="10908792" y="1801368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954512" y="1819656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160" dirty="0"/>
          </a:p>
        </p:txBody>
      </p:sp>
      <p:sp>
        <p:nvSpPr>
          <p:cNvPr id="69" name="Shape 67"/>
          <p:cNvSpPr/>
          <p:nvPr/>
        </p:nvSpPr>
        <p:spPr>
          <a:xfrm>
            <a:off x="8156448" y="2203704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02168" y="2221992"/>
            <a:ext cx="1234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Any-view pose</a:t>
            </a:r>
            <a:endParaRPr lang="en-US" sz="1120" dirty="0"/>
          </a:p>
        </p:txBody>
      </p:sp>
      <p:sp>
        <p:nvSpPr>
          <p:cNvPr id="71" name="Shape 69"/>
          <p:cNvSpPr/>
          <p:nvPr/>
        </p:nvSpPr>
        <p:spPr>
          <a:xfrm>
            <a:off x="9482328" y="2203704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28048" y="2221992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160" dirty="0"/>
          </a:p>
        </p:txBody>
      </p:sp>
      <p:sp>
        <p:nvSpPr>
          <p:cNvPr id="73" name="Shape 71"/>
          <p:cNvSpPr/>
          <p:nvPr/>
        </p:nvSpPr>
        <p:spPr>
          <a:xfrm>
            <a:off x="10195560" y="2203704"/>
            <a:ext cx="713232" cy="402336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241280" y="2221992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75" name="Shape 73"/>
          <p:cNvSpPr/>
          <p:nvPr/>
        </p:nvSpPr>
        <p:spPr>
          <a:xfrm>
            <a:off x="10908792" y="2203704"/>
            <a:ext cx="713232" cy="402336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954512" y="2221992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77" name="Shape 75"/>
          <p:cNvSpPr/>
          <p:nvPr/>
        </p:nvSpPr>
        <p:spPr>
          <a:xfrm>
            <a:off x="8156448" y="2606040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02168" y="2624328"/>
            <a:ext cx="1234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Track transfer</a:t>
            </a:r>
            <a:endParaRPr lang="en-US" sz="1120" dirty="0"/>
          </a:p>
        </p:txBody>
      </p:sp>
      <p:sp>
        <p:nvSpPr>
          <p:cNvPr id="79" name="Shape 77"/>
          <p:cNvSpPr/>
          <p:nvPr/>
        </p:nvSpPr>
        <p:spPr>
          <a:xfrm>
            <a:off x="9482328" y="2606040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28048" y="2624328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160" dirty="0"/>
          </a:p>
        </p:txBody>
      </p:sp>
      <p:sp>
        <p:nvSpPr>
          <p:cNvPr id="81" name="Shape 79"/>
          <p:cNvSpPr/>
          <p:nvPr/>
        </p:nvSpPr>
        <p:spPr>
          <a:xfrm>
            <a:off x="10195560" y="2606040"/>
            <a:ext cx="713232" cy="402336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0" y="2624328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83" name="Shape 81"/>
          <p:cNvSpPr/>
          <p:nvPr/>
        </p:nvSpPr>
        <p:spPr>
          <a:xfrm>
            <a:off x="10908792" y="2606040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954512" y="2624328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160" dirty="0"/>
          </a:p>
        </p:txBody>
      </p:sp>
      <p:sp>
        <p:nvSpPr>
          <p:cNvPr id="85" name="Shape 83"/>
          <p:cNvSpPr/>
          <p:nvPr/>
        </p:nvSpPr>
        <p:spPr>
          <a:xfrm>
            <a:off x="8156448" y="3008376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02168" y="3026664"/>
            <a:ext cx="1234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3DGS / NVS</a:t>
            </a:r>
            <a:endParaRPr lang="en-US" sz="1120" dirty="0"/>
          </a:p>
        </p:txBody>
      </p:sp>
      <p:sp>
        <p:nvSpPr>
          <p:cNvPr id="87" name="Shape 85"/>
          <p:cNvSpPr/>
          <p:nvPr/>
        </p:nvSpPr>
        <p:spPr>
          <a:xfrm>
            <a:off x="9482328" y="3008376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528048" y="3026664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160" dirty="0"/>
          </a:p>
        </p:txBody>
      </p:sp>
      <p:sp>
        <p:nvSpPr>
          <p:cNvPr id="89" name="Shape 87"/>
          <p:cNvSpPr/>
          <p:nvPr/>
        </p:nvSpPr>
        <p:spPr>
          <a:xfrm>
            <a:off x="10195560" y="3008376"/>
            <a:ext cx="713232" cy="402336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241280" y="3026664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91" name="Shape 89"/>
          <p:cNvSpPr/>
          <p:nvPr/>
        </p:nvSpPr>
        <p:spPr>
          <a:xfrm>
            <a:off x="10908792" y="3008376"/>
            <a:ext cx="713232" cy="402336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954512" y="3026664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93" name="Shape 91"/>
          <p:cNvSpPr/>
          <p:nvPr/>
        </p:nvSpPr>
        <p:spPr>
          <a:xfrm>
            <a:off x="8156448" y="3410712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02168" y="3429000"/>
            <a:ext cx="1234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Inference simplicity</a:t>
            </a:r>
            <a:endParaRPr lang="en-US" sz="1120" dirty="0"/>
          </a:p>
        </p:txBody>
      </p:sp>
      <p:sp>
        <p:nvSpPr>
          <p:cNvPr id="95" name="Shape 93"/>
          <p:cNvSpPr/>
          <p:nvPr/>
        </p:nvSpPr>
        <p:spPr>
          <a:xfrm>
            <a:off x="9482328" y="3410712"/>
            <a:ext cx="713232" cy="402336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528048" y="3429000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97" name="Shape 95"/>
          <p:cNvSpPr/>
          <p:nvPr/>
        </p:nvSpPr>
        <p:spPr>
          <a:xfrm>
            <a:off x="10195560" y="3410712"/>
            <a:ext cx="71323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241280" y="3429000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160" dirty="0"/>
          </a:p>
        </p:txBody>
      </p:sp>
      <p:sp>
        <p:nvSpPr>
          <p:cNvPr id="99" name="Shape 97"/>
          <p:cNvSpPr/>
          <p:nvPr/>
        </p:nvSpPr>
        <p:spPr>
          <a:xfrm>
            <a:off x="10908792" y="3410712"/>
            <a:ext cx="713232" cy="402336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954512" y="3429000"/>
            <a:ext cx="621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</a:t>
            </a:r>
            <a:endParaRPr lang="en-US" sz="1160" dirty="0"/>
          </a:p>
        </p:txBody>
      </p:sp>
      <p:sp>
        <p:nvSpPr>
          <p:cNvPr id="101" name="Shape 99"/>
          <p:cNvSpPr/>
          <p:nvPr/>
        </p:nvSpPr>
        <p:spPr>
          <a:xfrm>
            <a:off x="8156448" y="4160520"/>
            <a:ext cx="306324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8193024" y="4544568"/>
            <a:ext cx="3154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 is the cleanest answer for single-image metric geometry. DA3 is the current best any-view reconstruction bet. VGGT remains the most attractive general 3D backbone when we care about shared features and tracking.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the three papers connect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three push toward scalable 3D geometry backbones, but they make different bets on representation and supervision.</a:t>
            </a:r>
            <a:endParaRPr lang="en-US" sz="1150" dirty="0"/>
          </a:p>
        </p:txBody>
      </p:sp>
      <p:pic>
        <p:nvPicPr>
          <p:cNvPr id="4" name="Image 0" descr="/mnt/data/papers_review_work/assets/design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2513"/>
            <a:ext cx="8001000" cy="44387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94192" y="1325880"/>
            <a:ext cx="5943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25712" y="123444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Convergence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30768" y="1545336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 DINO / ViT backbones plus dense prediction heads are now the default recipe.
</a:t>
            </a:r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three papers show that geometry quality scales with better data, not only fancier 3D modules.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94192" y="2834640"/>
            <a:ext cx="594360" cy="0"/>
          </a:xfrm>
          <a:prstGeom prst="line">
            <a:avLst/>
          </a:prstGeom>
          <a:noFill/>
          <a:ln w="2794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25712" y="274320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Divergence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30768" y="3054096"/>
            <a:ext cx="306324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 argues for a minimal depth-ray target.
</a:t>
            </a:r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 explicitly decouples metric scale from relative geometry.
</a:t>
            </a:r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 leans into many auxiliary outputs to regularize a shared backbone.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94192" y="4709160"/>
            <a:ext cx="59436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25712" y="461772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Synthesis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430768" y="4928616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with redundancy only when it improves representation learning.
</a:t>
            </a:r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 deployment, prefer simpler, derived outputs that are easier to calibrate and trust.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Architectures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Our diagrams compress each model to the part that matters most for system design.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078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Decouple global scale from relative geometry.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468880" y="1060704"/>
            <a:ext cx="9144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/mnt/data/papers_review_work/assets/moge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1264486"/>
            <a:ext cx="8915400" cy="9091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944368"/>
            <a:ext cx="50292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3099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backbone, many 3D outputs.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2468880" y="2770632"/>
            <a:ext cx="9144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/mnt/data/papers_review_work/assets/vggt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953" y="2843784"/>
            <a:ext cx="5154711" cy="11704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654296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3000" y="4498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143000" y="48097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Minimal depth + ray target for any-view fusion.</a:t>
            </a:r>
            <a:endParaRPr lang="en-US" sz="1120" dirty="0"/>
          </a:p>
        </p:txBody>
      </p:sp>
      <p:sp>
        <p:nvSpPr>
          <p:cNvPr id="17" name="Shape 13"/>
          <p:cNvSpPr/>
          <p:nvPr/>
        </p:nvSpPr>
        <p:spPr>
          <a:xfrm>
            <a:off x="2468880" y="4480560"/>
            <a:ext cx="9144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/mnt/data/papers_review_work/assets/da3_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283" y="4553712"/>
            <a:ext cx="7382051" cy="11704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Any-view geometry: DA3 moves the frontier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Pose, feed-forward novel view synthesis, and scalability all improve over the earlier VGGT generation.</a:t>
            </a:r>
            <a:endParaRPr lang="en-US" sz="1150" dirty="0"/>
          </a:p>
        </p:txBody>
      </p:sp>
      <p:pic>
        <p:nvPicPr>
          <p:cNvPr id="4" name="Image 0" descr="/mnt/data/papers_review_work/assets/pos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8858"/>
            <a:ext cx="6903720" cy="3645924"/>
          </a:xfrm>
          <a:prstGeom prst="rect">
            <a:avLst/>
          </a:prstGeom>
        </p:spPr>
      </p:pic>
      <p:pic>
        <p:nvPicPr>
          <p:cNvPr id="5" name="Image 1" descr="/mnt/data/papers_review_work/assets/nvs_psn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96032"/>
            <a:ext cx="4279392" cy="1814176"/>
          </a:xfrm>
          <a:prstGeom prst="rect">
            <a:avLst/>
          </a:prstGeom>
        </p:spPr>
      </p:pic>
      <p:pic>
        <p:nvPicPr>
          <p:cNvPr id="6" name="Image 2" descr="/mnt/data/papers_review_work/assets/efficiency_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340789"/>
            <a:ext cx="4279392" cy="18772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38912" y="5623560"/>
            <a:ext cx="112745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03504" y="5696712"/>
            <a:ext cx="10945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this matters: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 is not just a better benchmark number; its smaller variants also scale to more views and higher throughput, making it the strongest current candidate for an any-view production backbone.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 closes the monocular accuracy–detail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paper’s core contribution is not only a stronger head, but a stronger data-cleaning story.</a:t>
            </a:r>
            <a:endParaRPr lang="en-US" sz="1150" dirty="0"/>
          </a:p>
        </p:txBody>
      </p:sp>
      <p:pic>
        <p:nvPicPr>
          <p:cNvPr id="4" name="Image 0" descr="/mnt/data/papers_review_work/assets/moge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81697"/>
            <a:ext cx="7086600" cy="4511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54112" y="1143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it works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754112" y="1417320"/>
            <a:ext cx="36576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572768"/>
            <a:ext cx="370332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1) Representation. </a:t>
            </a:r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Predict affine-invariant geometry, then recover metric scale with a separate CLS-token MLP head.</a:t>
            </a:r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2) Data. 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synthetic predictions to filter noisy real depth locally and fill holes with edge-preserving completion.</a:t>
            </a:r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3) Outcome. 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retain strong geometry while getting much closer to Depth Pro’s sharpness.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7754112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Ablation cues from the paper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54112" y="3675888"/>
            <a:ext cx="173736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3694176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Finding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9491472" y="3675888"/>
            <a:ext cx="86868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37192" y="3694176"/>
            <a:ext cx="777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Before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10360152" y="3675888"/>
            <a:ext cx="96012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5872" y="3694176"/>
            <a:ext cx="868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54112" y="4059936"/>
            <a:ext cx="17373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9832" y="4078224"/>
            <a:ext cx="1645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depth rank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9491472" y="4059936"/>
            <a:ext cx="868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37192" y="4078224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3.83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(Depth Pro)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60152" y="4059936"/>
            <a:ext cx="960120" cy="438912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05872" y="4078224"/>
            <a:ext cx="868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1.95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(MoGe-2)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54112" y="4498848"/>
            <a:ext cx="17373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99832" y="4517136"/>
            <a:ext cx="1645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Sharpness rank</a:t>
            </a:r>
            <a:endParaRPr lang="en-US" sz="1130" dirty="0"/>
          </a:p>
        </p:txBody>
      </p:sp>
      <p:sp>
        <p:nvSpPr>
          <p:cNvPr id="23" name="Shape 20"/>
          <p:cNvSpPr/>
          <p:nvPr/>
        </p:nvSpPr>
        <p:spPr>
          <a:xfrm>
            <a:off x="9491472" y="4498848"/>
            <a:ext cx="868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37192" y="4517136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1.50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(Depth Pro)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360152" y="4498848"/>
            <a:ext cx="960120" cy="438912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05872" y="4517136"/>
            <a:ext cx="868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1.75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(MoGe-2)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54112" y="4937760"/>
            <a:ext cx="17373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99832" y="4956048"/>
            <a:ext cx="1645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Refined real data F1</a:t>
            </a:r>
            <a:endParaRPr lang="en-US" sz="1130" dirty="0"/>
          </a:p>
        </p:txBody>
      </p:sp>
      <p:sp>
        <p:nvSpPr>
          <p:cNvPr id="29" name="Shape 26"/>
          <p:cNvSpPr/>
          <p:nvPr/>
        </p:nvSpPr>
        <p:spPr>
          <a:xfrm>
            <a:off x="9491472" y="4937760"/>
            <a:ext cx="868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37192" y="495604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10.3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(raw real)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360152" y="4937760"/>
            <a:ext cx="960120" cy="438912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05872" y="4956048"/>
            <a:ext cx="8686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(refined)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0" y="55321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Interpretation: use MoGe-2-style scale decoupling and real-data refinement even if the final company model is multi-view.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Recommended blueprint for our company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Combine the strongest ideas instead of copying any one paper wholesale.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133856"/>
            <a:ext cx="6355080" cy="347472"/>
          </a:xfrm>
          <a:prstGeom prst="roundRect">
            <a:avLst>
              <a:gd name="adj" fmla="val 26316"/>
            </a:avLst>
          </a:prstGeom>
          <a:solidFill>
            <a:srgbClr val="ECFDF5"/>
          </a:solidFill>
          <a:ln w="10160">
            <a:solidFill>
              <a:srgbClr val="ECF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52144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Recommended synthesis = MoGe-2 metric head + DA3 depth-ray geometry + VGGT multi-output reuse</a:t>
            </a:r>
            <a:endParaRPr lang="en-US" sz="1180" dirty="0"/>
          </a:p>
        </p:txBody>
      </p:sp>
      <p:pic>
        <p:nvPicPr>
          <p:cNvPr id="6" name="Image 0" descr="/mnt/data/papers_review_work/assets/company_blue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95225"/>
            <a:ext cx="11292840" cy="30183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892040"/>
            <a:ext cx="5943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800600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Backbone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504" y="5111496"/>
            <a:ext cx="34290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shared ViT / DINO encoder with adaptive 1→N view attention.
</a:t>
            </a:r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 at multiple resolutions so monocular and multi-view modes share tokens.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24528" y="4892040"/>
            <a:ext cx="594360" cy="0"/>
          </a:xfrm>
          <a:prstGeom prst="line">
            <a:avLst/>
          </a:prstGeom>
          <a:noFill/>
          <a:ln w="2794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480060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261104" y="5111496"/>
            <a:ext cx="37947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Default inference path: monocular metric head for 1 view, depth+ray + camera head for multi-view.
</a:t>
            </a:r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Keep a track head and NVS head as reusable downstream adapters, not the core product output.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4892040"/>
            <a:ext cx="59436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480060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+ eval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0456" y="5111496"/>
            <a:ext cx="31546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 in a data engine: synthetic detail, refined real metric data, public multi-view 3D sets, and later in-domain capture.
</a:t>
            </a:r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Benchmark pose, reconstruction, sharpness, tracking, NVS, and latency together.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Decision matrix and launch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the papers as complementary building blocks, then prove the stack with a broader eval harness than any single paper uses.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14884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61288"/>
            <a:ext cx="2057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case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2606040" y="1143000"/>
            <a:ext cx="242316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61288"/>
            <a:ext cx="2331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Default recipe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242316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161288"/>
            <a:ext cx="2331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20574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Single-image metric perception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152704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54533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MoGe-2-style metric head on shared backbone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5029200" y="152704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54533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metric/detail trade-off in the review.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85416"/>
            <a:ext cx="20574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Sparse unposed multi-view recon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216712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18541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 depth + ray (+ optional camera head)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5029200" y="216712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8541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Strongest pose-free geometry and better view scalability.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457200" y="280720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25496"/>
            <a:ext cx="20574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Track-heavy world model / video understanding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2606040" y="280720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82549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VGGT-style shared track and camera head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5029200" y="280720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82549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transfer story for shared 3D features.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65576"/>
            <a:ext cx="20574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Edge or real-time deployment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06040" y="344728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46557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Distilled small/base variants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5029200" y="3447288"/>
            <a:ext cx="2423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465576"/>
            <a:ext cx="23317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Both DA3 and MoGe-2 show strong scaling benefits at smaller sizes.</a:t>
            </a:r>
            <a:endParaRPr lang="en-US" sz="1090" dirty="0"/>
          </a:p>
        </p:txBody>
      </p:sp>
      <p:sp>
        <p:nvSpPr>
          <p:cNvPr id="34" name="Text 32"/>
          <p:cNvSpPr/>
          <p:nvPr/>
        </p:nvSpPr>
        <p:spPr>
          <a:xfrm>
            <a:off x="8001000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Launch checklist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028432" y="1481328"/>
            <a:ext cx="33832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Pose AUC, reconstruction F1/CD, and boundary sharpness all on the same held-out scenes.
</a:t>
            </a:r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Latency + memory measured at 1 / 4 / 12 / 32 views, not just a single benchmark setting.
</a:t>
            </a:r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Downstream checks: 3DGS / NVS, tracking, and any in-product perception tasks.
</a:t>
            </a:r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OOD stress tests: thin structures, non-rigid scenes, fisheye/panoramas, and large scale ambiguity.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8001000" y="3584448"/>
            <a:ext cx="333756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3730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Known paper-side failure modes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028432" y="4041648"/>
            <a:ext cx="3383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Dynamic / non-rigid motion is still a weak spot for DA3 and VGGT.
</a:t>
            </a:r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Very fine wires, hair, and extreme foreground/background scale gaps remain hard for MoGe-2.
</a:t>
            </a:r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Fisheye / panoramic imagery is explicitly called out as a limitation for VGGT.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4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Citations and reference snapshot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bibliographic references below are the versions used for this review; citation counts are only rough adoption signals and will move quickly.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868680" cy="301752"/>
          </a:xfrm>
          <a:prstGeom prst="roundRect">
            <a:avLst>
              <a:gd name="adj" fmla="val 30303"/>
            </a:avLst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14300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Wang, J., Chen, M., Karaev, N., Vedaldi, A., Rupprecht, C., &amp; Novotny, D. (2025). VGGT: Visual Geometry Grounded Transformer. CVPR 2025.</a:t>
            </a:r>
            <a:endParaRPr lang="en-US" sz="131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868680" cy="301752"/>
          </a:xfrm>
          <a:prstGeom prst="roundRect">
            <a:avLst>
              <a:gd name="adj" fmla="val 30303"/>
            </a:avLst>
          </a:prstGeom>
          <a:solidFill>
            <a:srgbClr val="D1FAE5"/>
          </a:solidFill>
          <a:ln w="1016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03120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03911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Wang, R., Xu, S., Dong, Y., Deng, Y., Xiang, J., Lv, Z., Sun, G., Tong, X., &amp; Yang, J. (2025). MoGe-2: Accurate Monocular Geometry with Metric Scale and Sharp Details. arXiv:2507.02546.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868680" cy="301752"/>
          </a:xfrm>
          <a:prstGeom prst="roundRect">
            <a:avLst>
              <a:gd name="adj" fmla="val 30303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9232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935224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Lin, H., Chen, S., Liew, J. H., Chen, D. Y., Li, Z., Shi, G., Feng, J., &amp; Kang, B. (2025). Depth Anything 3: Recovering the Visual Space from Any Views. arXiv:2511.10647.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7498080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Status / project snapshot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7461504" y="1371600"/>
            <a:ext cx="100584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7224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Paper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467344" y="1371600"/>
            <a:ext cx="146304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Status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930384" y="1371600"/>
            <a:ext cx="201168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6104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Availability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461504" y="1755648"/>
            <a:ext cx="1005840" cy="438912"/>
          </a:xfrm>
          <a:prstGeom prst="rect">
            <a:avLst/>
          </a:prstGeom>
          <a:solidFill>
            <a:srgbClr val="EDE9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1773936"/>
            <a:ext cx="914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8467344" y="1755648"/>
            <a:ext cx="14630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177393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CVPR 2025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Paper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9930384" y="1755648"/>
            <a:ext cx="2011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6104" y="1773936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 page + GitHub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7461504" y="2194560"/>
            <a:ext cx="1005840" cy="438912"/>
          </a:xfrm>
          <a:prstGeom prst="rect">
            <a:avLst/>
          </a:prstGeom>
          <a:solidFill>
            <a:srgbClr val="D1FAE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2212848"/>
            <a:ext cx="914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8467344" y="2194560"/>
            <a:ext cx="14630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221284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arXiv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Jul 2025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9930384" y="2194560"/>
            <a:ext cx="2011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76104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 page + code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7461504" y="2633472"/>
            <a:ext cx="1005840" cy="438912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07224" y="2651760"/>
            <a:ext cx="914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8467344" y="2633472"/>
            <a:ext cx="14630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13064" y="2651760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arXiv 2025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ICLR 2026 Oral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9930384" y="2633472"/>
            <a:ext cx="2011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Project page + GitHub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749808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Citation snapshot (web, Mar 2026)</a:t>
            </a:r>
            <a:endParaRPr lang="en-US" sz="1480" dirty="0"/>
          </a:p>
        </p:txBody>
      </p:sp>
      <p:sp>
        <p:nvSpPr>
          <p:cNvPr id="39" name="Shape 37"/>
          <p:cNvSpPr/>
          <p:nvPr/>
        </p:nvSpPr>
        <p:spPr>
          <a:xfrm>
            <a:off x="7461504" y="3794760"/>
            <a:ext cx="109728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3813048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Paper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8558784" y="3794760"/>
            <a:ext cx="114300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4504" y="3813048"/>
            <a:ext cx="1051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Approx.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9701784" y="3794760"/>
            <a:ext cx="1325880" cy="38404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47504" y="3813048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7461504" y="4178808"/>
            <a:ext cx="1097280" cy="420624"/>
          </a:xfrm>
          <a:prstGeom prst="rect">
            <a:avLst/>
          </a:prstGeom>
          <a:solidFill>
            <a:srgbClr val="EDE9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07224" y="4197096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VGGT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558784" y="4178808"/>
            <a:ext cx="11430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04504" y="4197096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792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9701784" y="4178808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47504" y="4197096"/>
            <a:ext cx="1234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arXiv snippet</a:t>
            </a:r>
            <a:endParaRPr lang="en-US" sz="1110" dirty="0"/>
          </a:p>
        </p:txBody>
      </p:sp>
      <p:sp>
        <p:nvSpPr>
          <p:cNvPr id="51" name="Shape 49"/>
          <p:cNvSpPr/>
          <p:nvPr/>
        </p:nvSpPr>
        <p:spPr>
          <a:xfrm>
            <a:off x="7461504" y="4599432"/>
            <a:ext cx="1097280" cy="420624"/>
          </a:xfrm>
          <a:prstGeom prst="rect">
            <a:avLst/>
          </a:prstGeom>
          <a:solidFill>
            <a:srgbClr val="D1FAE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07224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MoGe-2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558784" y="4599432"/>
            <a:ext cx="11430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04504" y="4617720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70</a:t>
            </a:r>
            <a:endParaRPr lang="en-US" sz="1220" dirty="0"/>
          </a:p>
        </p:txBody>
      </p:sp>
      <p:sp>
        <p:nvSpPr>
          <p:cNvPr id="55" name="Shape 53"/>
          <p:cNvSpPr/>
          <p:nvPr/>
        </p:nvSpPr>
        <p:spPr>
          <a:xfrm>
            <a:off x="9701784" y="4599432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47504" y="4617720"/>
            <a:ext cx="1234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arXiv snippet</a:t>
            </a:r>
            <a:endParaRPr lang="en-US" sz="1110" dirty="0"/>
          </a:p>
        </p:txBody>
      </p:sp>
      <p:sp>
        <p:nvSpPr>
          <p:cNvPr id="57" name="Shape 55"/>
          <p:cNvSpPr/>
          <p:nvPr/>
        </p:nvSpPr>
        <p:spPr>
          <a:xfrm>
            <a:off x="7461504" y="5020056"/>
            <a:ext cx="1097280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07224" y="5038344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DA3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558784" y="5020056"/>
            <a:ext cx="11430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04504" y="5038344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</a:t>
            </a:r>
            <a:endParaRPr lang="en-US" sz="1220" dirty="0"/>
          </a:p>
        </p:txBody>
      </p:sp>
      <p:sp>
        <p:nvSpPr>
          <p:cNvPr id="61" name="Shape 59"/>
          <p:cNvSpPr/>
          <p:nvPr/>
        </p:nvSpPr>
        <p:spPr>
          <a:xfrm>
            <a:off x="9701784" y="5020056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47504" y="5038344"/>
            <a:ext cx="1234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OpenReview snippet</a:t>
            </a:r>
            <a:endParaRPr lang="en-US" sz="1110" dirty="0"/>
          </a:p>
        </p:txBody>
      </p:sp>
      <p:sp>
        <p:nvSpPr>
          <p:cNvPr id="63" name="Text 61"/>
          <p:cNvSpPr/>
          <p:nvPr/>
        </p:nvSpPr>
        <p:spPr>
          <a:xfrm>
            <a:off x="7479792" y="5440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counts only as weak adoption signals; the numbers move quickly and should not drive the model decision by themselves.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DA3, MoGe-2, and VGGT review</dc:title>
  <dc:subject>Papers review presentation</dc:subject>
  <dc:creator>OpenAI</dc:creator>
  <cp:lastModifiedBy>OpenAI</cp:lastModifiedBy>
  <cp:revision>1</cp:revision>
  <dcterms:created xsi:type="dcterms:W3CDTF">2026-03-11T18:25:38Z</dcterms:created>
  <dcterms:modified xsi:type="dcterms:W3CDTF">2026-03-11T18:25:38Z</dcterms:modified>
</cp:coreProperties>
</file>