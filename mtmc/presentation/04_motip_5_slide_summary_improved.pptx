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/mnt/data/motip_5_slide_summary.md
- Paper PDF: /mnt/data/Multiple Object Tracking as ID Prediction.pdf
- Figure assets in this deck were extracted or cropped from the cited MOTIP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/mnt/data/motip_5_slide_summary.md
- Paper PDF: /mnt/data/Multiple Object Tracking as ID Prediction.pdf
- Figure assets in this deck were extracted or cropped from the cited MOTIP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/mnt/data/motip_5_slide_summary.md
- Paper PDF: /mnt/data/Multiple Object Tracking as ID Prediction.pdf
- Figure assets in this deck were extracted or cropped from the cited MOTIP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/mnt/data/motip_5_slide_summary.md
- Paper PDF: /mnt/data/Multiple Object Tracking as ID Prediction.pdf
- Figure assets in this deck were extracted or cropped from the cited MOTIP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/mnt/data/motip_5_slide_summary.md
- Paper PDF: /mnt/data/Multiple Object Tracking as ID Prediction.pdf
- Figure assets in this deck were extracted or cropped from the cited MOTIP paper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FDF0DB"/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Multiple Object Tracking as ID Prediction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FDF0DB">
              <a:alpha val="65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FDF0DB">
              <a:alpha val="50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rethink association?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31520" y="1874520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7922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MOT = detection + hand-crafted trajectory matching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731520" y="2258568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17627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heuristics fail on irregular motion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731520" y="2642616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5603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ReID struggles when targets look similar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731520" y="3026664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94436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detection+tracking models can create task conflicts</a:t>
            </a:r>
            <a:endParaRPr lang="en-US" sz="1190" dirty="0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4617720" cy="548640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BDC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480560"/>
            <a:ext cx="109728" cy="36576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507992"/>
            <a:ext cx="4270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 idea:</a:t>
            </a:r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detection and association decoupled, but make association fully learnable.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504688" y="1463040"/>
            <a:ext cx="596188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/mnt/data/improved_mot_pptx_v3/assets/motip_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507" y="1536192"/>
            <a:ext cx="4286250" cy="4114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14416" y="5779008"/>
            <a:ext cx="5742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ID prediction formulation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FDF0DB"/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Reformulation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Multiple Object Tracking as ID Prediction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FDF0DB">
              <a:alpha val="65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FDF0DB">
              <a:alpha val="50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as in-context ID prediction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8368" y="1783080"/>
            <a:ext cx="4617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56232"/>
            <a:ext cx="109728" cy="232257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11096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Reformulation in three moves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2221992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3969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temporary learnable </a:t>
            </a:r>
            <a:pPr indent="0" marL="0">
              <a:buNone/>
            </a:pPr>
            <a:r>
              <a:rPr lang="en-US" sz="113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token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each historical trajectory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41248" y="2624328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54203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new detection, predict </a:t>
            </a:r>
            <a:pPr indent="0" marL="0">
              <a:buNone/>
            </a:pPr>
            <a:r>
              <a:rPr lang="en-US" sz="113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token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should match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41248" y="3026664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94436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</a:t>
            </a:r>
            <a:pPr indent="0" marL="0">
              <a:buNone/>
            </a:pPr>
            <a:r>
              <a:rPr lang="en-US" sz="113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newborn token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whenever no old trajectory explains the detection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58368" y="4572000"/>
            <a:ext cx="4617720" cy="585216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BDC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663440"/>
            <a:ext cx="109728" cy="40233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690872"/>
            <a:ext cx="4270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avoids fixed global identity classes and treats labels more like </a:t>
            </a:r>
            <a:pPr indent="0" marL="0">
              <a:buNone/>
            </a:pPr>
            <a:r>
              <a:rPr lang="en-US" sz="109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pPr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semantic categories.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5577840" y="1554480"/>
            <a:ext cx="58064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/mnt/data/improved_mot_pptx_v3/assets/motip_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9372" y="1627632"/>
            <a:ext cx="4143375" cy="3977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87568" y="5733288"/>
            <a:ext cx="55869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trajectories -&gt; ID prediction for current detections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FDF0DB"/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Multiple Object Tracking as ID Prediction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FDF0DB">
              <a:alpha val="65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FDF0DB">
              <a:alpha val="50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detector, a learnable ID dictionary, and a transformer decoder are enough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1792224"/>
            <a:ext cx="4617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65376"/>
            <a:ext cx="109728" cy="177393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2024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components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2203704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214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Deformable DETR</a:t>
            </a:r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produces object embeddings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41248" y="2551176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46888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112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 ID dictionary</a:t>
            </a:r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temporary track labels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41248" y="2898648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81635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indent="0" marL="0">
              <a:buNone/>
            </a:pPr>
            <a:r>
              <a:rPr lang="en-US" sz="112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decoder</a:t>
            </a:r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predicts the matching label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41248" y="3246120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163824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112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newborn token</a:t>
            </a:r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unseen objects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58368" y="4069080"/>
            <a:ext cx="850392" cy="475488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1788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545336" y="4215384"/>
            <a:ext cx="18288" cy="1828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4069080"/>
            <a:ext cx="850392" cy="475488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73352" y="41788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487168" y="4215384"/>
            <a:ext cx="18288" cy="1828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2032" y="4069080"/>
            <a:ext cx="850392" cy="475488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41788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embeddings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429000" y="4215384"/>
            <a:ext cx="18288" cy="1828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3864" y="4069080"/>
            <a:ext cx="850392" cy="475488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7016" y="41788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decoder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370832" y="4215384"/>
            <a:ext cx="18288" cy="1828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069080"/>
            <a:ext cx="850392" cy="475488"/>
          </a:xfrm>
          <a:prstGeom prst="roundRect">
            <a:avLst/>
          </a:prstGeom>
          <a:solidFill>
            <a:srgbClr val="FDF2E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417880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label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596128" y="1554480"/>
            <a:ext cx="577900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0" name="Image 0" descr="/mnt/data/improved_mot_pptx_v3/assets/motip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456778"/>
            <a:ext cx="5632704" cy="231934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705856" y="5733288"/>
            <a:ext cx="5559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 architecture from the paper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FDF0DB"/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Inference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Multiple Object Tracking as ID Prediction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FDF0DB">
              <a:alpha val="65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FDF0DB">
              <a:alpha val="50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with detection + ID loss, then keep inference simple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1792224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65376"/>
            <a:ext cx="109728" cy="99669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2024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1911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loss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prediction loss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35808" y="1792224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865376"/>
            <a:ext cx="109728" cy="99669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92024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tricks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2212848"/>
            <a:ext cx="1911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trajectory occlusion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token switch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8368" y="3163824"/>
            <a:ext cx="461772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36976"/>
            <a:ext cx="109728" cy="1481328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29184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loop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" y="3593592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511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detections by confidence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841248" y="3886200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803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highest-confidence old ID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841248" y="4178808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096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none is valid, create a newborn trajectory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841248" y="4471416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 IDs from finished tracks when needed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5559552" y="1664208"/>
            <a:ext cx="5852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34" name="Image 0" descr="/mnt/data/improved_mot_pptx_v3/assets/motip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3677" y="1737360"/>
            <a:ext cx="3183911" cy="1645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669280" y="3511296"/>
            <a:ext cx="5632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augmentation during training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559552" y="3886200"/>
            <a:ext cx="281635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37" name="Image 1" descr="/mnt/data/improved_mot_pptx_v3/assets/motip_danc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88" y="3959352"/>
            <a:ext cx="2519680" cy="1417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669280" y="5504688"/>
            <a:ext cx="2596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 example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8595360" y="3886200"/>
            <a:ext cx="281635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0" name="Image 2" descr="/mnt/data/improved_mot_pptx_v3/assets/motip_dance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696" y="3959352"/>
            <a:ext cx="2519680" cy="1417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705088" y="5504688"/>
            <a:ext cx="2596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frame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FDF0DB"/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Insights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paper: Multiple Object Tracking as ID Prediction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FDF0DB">
              <a:alpha val="65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FDF0DB">
              <a:alpha val="50000"/>
            </a:srgbClr>
          </a:solidFill>
          <a:ln w="12700">
            <a:solidFill>
              <a:srgbClr val="FDF0D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716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reformulation itself matters: ID prediction beats heuristic matching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1792224"/>
            <a:ext cx="4617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65376"/>
            <a:ext cx="109728" cy="204825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2024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benchmark numbers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2194560"/>
            <a:ext cx="16002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DanceTrack HOTA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286000"/>
            <a:ext cx="1965960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286000"/>
            <a:ext cx="1368308" cy="164592"/>
          </a:xfrm>
          <a:prstGeom prst="roundRect">
            <a:avLst/>
          </a:prstGeom>
          <a:solidFill>
            <a:srgbClr val="F5B041"/>
          </a:solidFill>
          <a:ln w="12700">
            <a:solidFill>
              <a:srgbClr val="F5B04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203704"/>
            <a:ext cx="4114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571750"/>
            <a:ext cx="16002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DanceTrack + extra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2663190"/>
            <a:ext cx="1965960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2663190"/>
            <a:ext cx="1415491" cy="164592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2580894"/>
            <a:ext cx="4114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2948940"/>
            <a:ext cx="16002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SportsMOT HOTA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3040380"/>
            <a:ext cx="1965960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040380"/>
            <a:ext cx="1427287" cy="164592"/>
          </a:xfrm>
          <a:prstGeom prst="roundRect">
            <a:avLst/>
          </a:prstGeom>
          <a:solidFill>
            <a:srgbClr val="F5B041"/>
          </a:solidFill>
          <a:ln w="12700">
            <a:solidFill>
              <a:srgbClr val="F5B04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2958084"/>
            <a:ext cx="4114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3326130"/>
            <a:ext cx="16002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BFT HOTA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3417570"/>
            <a:ext cx="1965960" cy="164592"/>
          </a:xfrm>
          <a:prstGeom prst="round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14600" y="3417570"/>
            <a:ext cx="1386002" cy="164592"/>
          </a:xfrm>
          <a:prstGeom prst="roundRect">
            <a:avLst/>
          </a:prstGeom>
          <a:solidFill>
            <a:srgbClr val="F5B041"/>
          </a:solidFill>
          <a:ln w="12700">
            <a:solidFill>
              <a:srgbClr val="F5B04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335274"/>
            <a:ext cx="4114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4187952"/>
            <a:ext cx="4617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E1B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261104"/>
            <a:ext cx="109728" cy="1179576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31596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insights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1248" y="4608576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formulation itself is powerful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41248" y="4864608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782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architectures can work when the task is framed well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41248" y="5120640"/>
            <a:ext cx="73152" cy="731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5038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trajectory context is enough to drive association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596128" y="1691640"/>
            <a:ext cx="577900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3" name="Image 0" descr="/mnt/data/improved_mot_pptx_v3/assets/motip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395" y="1764792"/>
            <a:ext cx="4774474" cy="19659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705856" y="3858768"/>
            <a:ext cx="5559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prediction view of tracking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596128" y="4224528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6" name="Image 1" descr="/mnt/data/improved_mot_pptx_v3/assets/motip_danc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148" y="4297680"/>
            <a:ext cx="1706880" cy="96012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705856" y="538581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example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8586216" y="4224528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DFB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49" name="Image 2" descr="/mnt/data/improved_mot_pptx_v3/assets/motip_dance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236" y="4297680"/>
            <a:ext cx="1706880" cy="9601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8695944" y="538581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qualitative example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MOTIP - Improved Research Deck</dc:title>
  <dc:subject>MOTIP summary</dc:subject>
  <dc:creator>OpenAI</dc:creator>
  <cp:lastModifiedBy>OpenAI</cp:lastModifiedBy>
  <cp:revision>1</cp:revision>
  <dcterms:created xsi:type="dcterms:W3CDTF">2026-03-12T23:01:20Z</dcterms:created>
  <dcterms:modified xsi:type="dcterms:W3CDTF">2026-03-12T23:01:20Z</dcterms:modified>
</cp:coreProperties>
</file>