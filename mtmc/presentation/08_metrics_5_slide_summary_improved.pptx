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/mnt/data/metrics_5_slide_summary.md
- Metric formulas are typeset programmatically in the deck.
- Cross-paper framing is based on the five cited paper PDFs uploaded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/mnt/data/metrics_5_slide_summary.md
- Metric formulas are typeset programmatically in the deck.
- Cross-paper framing is based on the five cited paper PDFs uploaded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/mnt/data/metrics_5_slide_summary.md
- Metric formulas are typeset programmatically in the deck.
- Cross-paper framing is based on the five cited paper PDFs uploaded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/mnt/data/metrics_5_slide_summary.md
- Metric formulas are typeset programmatically in the deck.
- Cross-paper framing is based on the five cited paper PDFs uploaded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/mnt/data/metrics_5_slide_summary.md
- Metric formulas are typeset programmatically in the deck.
- Cross-paper framing is based on the five cited paper PDFs uploaded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BE1FC"/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Multiple Metrics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formulas and intuition for the tracking metrics used across the five papers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BE1FC">
              <a:alpha val="65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BE1FC">
              <a:alpha val="50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is not one problem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31520" y="18928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81051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tracker can be good at detection and bad at identity preservation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31520" y="227685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19456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be good at consistency and bad at localization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31520" y="266090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57860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 is never enough to explain failure modes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0" y="1645920"/>
            <a:ext cx="1874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59552" y="1719072"/>
            <a:ext cx="109728" cy="277977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177393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42432" y="2066544"/>
            <a:ext cx="15453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7571232" y="1645920"/>
            <a:ext cx="1874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44384" y="1719072"/>
            <a:ext cx="109728" cy="277977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27264" y="177393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27264" y="2066544"/>
            <a:ext cx="15453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IDF1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9656064" y="1645920"/>
            <a:ext cx="1874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29216" y="1719072"/>
            <a:ext cx="109728" cy="277977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2096" y="1773936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912096" y="2066544"/>
            <a:ext cx="15453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MOTP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658368" y="4892040"/>
            <a:ext cx="10789920" cy="512064"/>
          </a:xfrm>
          <a:prstGeom prst="roundRect">
            <a:avLst/>
          </a:prstGeom>
          <a:solidFill>
            <a:srgbClr val="EEE5FD"/>
          </a:solidFill>
          <a:ln w="12700">
            <a:solidFill>
              <a:srgbClr val="D1BA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4983480"/>
            <a:ext cx="109728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010912"/>
            <a:ext cx="1044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metric depends on the paper: association-centric papers should be judged differently from full pipeline papers.</a:t>
            </a:r>
            <a:endParaRPr lang="en-US" sz="1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BE1FC"/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MOT Metrics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formulas and intuition for the tracking metrics used across the five papers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BE1FC">
              <a:alpha val="65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BE1FC">
              <a:alpha val="50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5544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627632"/>
            <a:ext cx="109728" cy="43342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68249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MOTA</a:t>
            </a:r>
            <a:endParaRPr lang="en-US" sz="122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938528"/>
            <a:ext cx="4736592" cy="6400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04672" y="278892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270662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fewer misses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3099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0175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fewer false alarms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" y="341071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332841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penalizes identity switches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15544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91072" y="1627632"/>
            <a:ext cx="109728" cy="43342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73952" y="168249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MOTP</a:t>
            </a:r>
            <a:endParaRPr lang="en-US" sz="122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2031" y="1938528"/>
            <a:ext cx="3175299" cy="6400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364224" y="278892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28816" y="270662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localization quality of matched pairs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364224" y="3099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28816" y="30175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 in this set of papers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364224" y="341071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28816" y="332841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 can vary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BE1FC"/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Metric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formulas and intuition for the tracking metrics used across the five papers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BE1FC">
              <a:alpha val="65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BE1FC">
              <a:alpha val="50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572768"/>
            <a:ext cx="4663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645920"/>
            <a:ext cx="109728" cy="42885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700784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IDF1</a:t>
            </a:r>
            <a:endParaRPr lang="en-US" sz="122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998322"/>
            <a:ext cx="4334256" cy="557067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04672" y="28072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2724912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measures identity preservation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311810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035808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useful when association is the main contribution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" y="342900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3346704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IDF1 drops, the tracker is losing identity consistency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77840" y="1737360"/>
            <a:ext cx="58064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0F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/mnt/data/improved_mot_pptx_v3/assets/rest_idswi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292858"/>
            <a:ext cx="5660136" cy="28300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87568" y="5733288"/>
            <a:ext cx="5586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switch example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BE1FC"/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Metric Family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formulas and intuition for the tracking metrics used across the five papers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BE1FC">
              <a:alpha val="65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BE1FC">
              <a:alpha val="50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572768"/>
            <a:ext cx="4846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645920"/>
            <a:ext cx="109728" cy="42885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700784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HOTA</a:t>
            </a:r>
            <a:endParaRPr lang="en-US" sz="122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2089940"/>
            <a:ext cx="4517136" cy="37383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04672" y="28072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2724912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detection and association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311810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035808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 = detection accuracy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" y="342900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3346704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 = association accuracy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4672" y="373989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365760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may also be reported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806440" y="178308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879592" y="1856232"/>
            <a:ext cx="109728" cy="8595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62472" y="1911096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062472" y="2203704"/>
            <a:ext cx="1362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accuracy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99832" y="1856232"/>
            <a:ext cx="109728" cy="8595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82712" y="1911096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982712" y="2203704"/>
            <a:ext cx="1362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accuracy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9646920" y="1783080"/>
            <a:ext cx="1691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720072" y="1856232"/>
            <a:ext cx="109728" cy="8595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902952" y="1911096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9902952" y="2203704"/>
            <a:ext cx="1362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accuracy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5806440" y="3017520"/>
            <a:ext cx="5440680" cy="658368"/>
          </a:xfrm>
          <a:prstGeom prst="roundRect">
            <a:avLst/>
          </a:prstGeom>
          <a:solidFill>
            <a:srgbClr val="EEE5FD"/>
          </a:solidFill>
          <a:ln w="12700">
            <a:solidFill>
              <a:srgbClr val="D1BAF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897880" y="3108960"/>
            <a:ext cx="109728" cy="47548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3136392"/>
            <a:ext cx="5093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</a:t>
            </a:r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HOTA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become popular: it gives association-heavy papers less room to hide behind pure detection quality.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806440" y="397764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879592" y="4050792"/>
            <a:ext cx="109728" cy="10881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62472" y="410565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6062472" y="4398264"/>
            <a:ext cx="51114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IDF1 / AssA / HOTA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association-heavy papers and keep </a:t>
            </a:r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MOTA / MOTP / LocA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full-pipeline reading.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BE1FC"/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Results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formulas and intuition for the tracking metrics used across the five papers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BE1FC">
              <a:alpha val="65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BE1FC">
              <a:alpha val="50000"/>
            </a:srgbClr>
          </a:solidFill>
          <a:ln w="12700">
            <a:solidFill>
              <a:srgbClr val="EBE1F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645920"/>
            <a:ext cx="51663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719072"/>
            <a:ext cx="109728" cy="2734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773936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paper is about association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2167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208483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first at </a:t>
            </a:r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258775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250545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</a:t>
            </a:r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300837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292608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</a:t>
            </a:r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44768" y="1645920"/>
            <a:ext cx="51663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4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719072"/>
            <a:ext cx="109728" cy="273405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773936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paper is about a full tracking pipeline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2167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08483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</a:t>
            </a:r>
            <a:pPr indent="0" marL="0">
              <a:buNone/>
            </a:pPr>
            <a:r>
              <a:rPr lang="en-US" sz="117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MOTA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6355080" y="255117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246888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</a:t>
            </a:r>
            <a:pPr indent="0" marL="0">
              <a:buNone/>
            </a:pPr>
            <a:r>
              <a:rPr lang="en-US" sz="117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MOTP / LocA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6355080" y="29352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285292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</a:t>
            </a:r>
            <a:pPr indent="0" marL="0">
              <a:buNone/>
            </a:pPr>
            <a:r>
              <a:rPr lang="en-US" sz="117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/ ML</a:t>
            </a:r>
            <a:pPr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equivalent recall coverage metrics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658368" y="4892040"/>
            <a:ext cx="10661904" cy="530352"/>
          </a:xfrm>
          <a:prstGeom prst="roundRect">
            <a:avLst/>
          </a:prstGeom>
          <a:solidFill>
            <a:srgbClr val="EEE5FD"/>
          </a:solidFill>
          <a:ln w="12700">
            <a:solidFill>
              <a:srgbClr val="D1BA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4983480"/>
            <a:ext cx="109728" cy="34747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010912"/>
            <a:ext cx="10314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caution: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compare numbers directly when the benchmark, evaluation space, and detection protocol are all comparable.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Metrics - Improved Research Deck</dc:title>
  <dc:subject>Tracking metrics deck</dc:subject>
  <dc:creator>OpenAI</dc:creator>
  <cp:lastModifiedBy>OpenAI</cp:lastModifiedBy>
  <cp:revision>1</cp:revision>
  <dcterms:created xsi:type="dcterms:W3CDTF">2026-03-12T23:01:22Z</dcterms:created>
  <dcterms:modified xsi:type="dcterms:W3CDTF">2026-03-12T23:01:22Z</dcterms:modified>
</cp:coreProperties>
</file>